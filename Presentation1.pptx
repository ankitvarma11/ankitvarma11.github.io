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D017"/>
    <a:srgbClr val="FFD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2053590" y="572770"/>
            <a:ext cx="8084820" cy="5288915"/>
            <a:chOff x="3234" y="902"/>
            <a:chExt cx="12732" cy="8329"/>
          </a:xfrm>
        </p:grpSpPr>
        <p:sp>
          <p:nvSpPr>
            <p:cNvPr id="13" name="Text Box 12"/>
            <p:cNvSpPr txBox="1"/>
            <p:nvPr/>
          </p:nvSpPr>
          <p:spPr>
            <a:xfrm>
              <a:off x="4490" y="8651"/>
              <a:ext cx="286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IN" altLang="en-US" b="1">
                  <a:solidFill>
                    <a:schemeClr val="bg1"/>
                  </a:solidFill>
                  <a:latin typeface="Roboto" panose="02000000000000000000" charset="0"/>
                  <a:cs typeface="Roboto" panose="02000000000000000000" charset="0"/>
                </a:rPr>
                <a:t>Data Analysis</a:t>
              </a:r>
              <a:endParaRPr lang="en-IN" altLang="en-US" b="1">
                <a:solidFill>
                  <a:schemeClr val="bg1"/>
                </a:solidFill>
                <a:latin typeface="Roboto" panose="02000000000000000000" charset="0"/>
                <a:cs typeface="Roboto" panose="02000000000000000000" charset="0"/>
              </a:endParaRPr>
            </a:p>
          </p:txBody>
        </p:sp>
        <p:sp>
          <p:nvSpPr>
            <p:cNvPr id="14" name="Text Box 13"/>
            <p:cNvSpPr txBox="1"/>
            <p:nvPr/>
          </p:nvSpPr>
          <p:spPr>
            <a:xfrm>
              <a:off x="13106" y="3449"/>
              <a:ext cx="286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IN" altLang="en-US" b="1">
                  <a:solidFill>
                    <a:schemeClr val="bg1"/>
                  </a:solidFill>
                  <a:latin typeface="Roboto" panose="02000000000000000000" charset="0"/>
                  <a:cs typeface="Roboto" panose="02000000000000000000" charset="0"/>
                </a:rPr>
                <a:t>Web Development</a:t>
              </a:r>
              <a:endParaRPr lang="en-IN" altLang="en-US" b="1">
                <a:solidFill>
                  <a:schemeClr val="bg1"/>
                </a:solidFill>
                <a:latin typeface="Roboto" panose="02000000000000000000" charset="0"/>
                <a:cs typeface="Roboto" panose="02000000000000000000" charset="0"/>
              </a:endParaRPr>
            </a:p>
          </p:txBody>
        </p:sp>
        <p:sp>
          <p:nvSpPr>
            <p:cNvPr id="15" name="Text Box 14"/>
            <p:cNvSpPr txBox="1"/>
            <p:nvPr/>
          </p:nvSpPr>
          <p:spPr>
            <a:xfrm>
              <a:off x="11813" y="8651"/>
              <a:ext cx="25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IN" altLang="en-US" b="1">
                  <a:solidFill>
                    <a:schemeClr val="bg1"/>
                  </a:solidFill>
                  <a:latin typeface="Roboto" panose="02000000000000000000" charset="0"/>
                  <a:cs typeface="Roboto" panose="02000000000000000000" charset="0"/>
                </a:rPr>
                <a:t>3D Design</a:t>
              </a:r>
              <a:endParaRPr lang="en-IN" altLang="en-US" b="1">
                <a:solidFill>
                  <a:schemeClr val="bg1"/>
                </a:solidFill>
                <a:latin typeface="Roboto" panose="02000000000000000000" charset="0"/>
                <a:cs typeface="Roboto" panose="02000000000000000000" charset="0"/>
              </a:endParaRPr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8197" y="902"/>
              <a:ext cx="2860" cy="101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en-IN" altLang="en-US" b="1">
                  <a:solidFill>
                    <a:schemeClr val="bg1"/>
                  </a:solidFill>
                  <a:latin typeface="Roboto" panose="02000000000000000000" charset="0"/>
                  <a:cs typeface="Roboto" panose="02000000000000000000" charset="0"/>
                </a:rPr>
                <a:t>Machine Learning</a:t>
              </a:r>
              <a:endParaRPr lang="en-IN" altLang="en-US" b="1">
                <a:solidFill>
                  <a:schemeClr val="bg1"/>
                </a:solidFill>
                <a:latin typeface="Roboto" panose="02000000000000000000" charset="0"/>
                <a:cs typeface="Roboto" panose="02000000000000000000" charset="0"/>
              </a:endParaRPr>
            </a:p>
          </p:txBody>
        </p:sp>
        <p:sp>
          <p:nvSpPr>
            <p:cNvPr id="17" name="Text Box 16"/>
            <p:cNvSpPr txBox="1"/>
            <p:nvPr/>
          </p:nvSpPr>
          <p:spPr>
            <a:xfrm>
              <a:off x="3234" y="3905"/>
              <a:ext cx="286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IN" altLang="en-US" b="1">
                  <a:solidFill>
                    <a:schemeClr val="bg1"/>
                  </a:solidFill>
                  <a:latin typeface="Roboto" panose="02000000000000000000" charset="0"/>
                  <a:cs typeface="Roboto" panose="02000000000000000000" charset="0"/>
                </a:rPr>
                <a:t>Research</a:t>
              </a:r>
              <a:endParaRPr lang="en-IN" altLang="en-US" b="1">
                <a:solidFill>
                  <a:schemeClr val="bg1"/>
                </a:solidFill>
                <a:latin typeface="Roboto" panose="02000000000000000000" charset="0"/>
                <a:cs typeface="Roboto" panose="02000000000000000000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759960" y="1777365"/>
            <a:ext cx="2672080" cy="3335020"/>
            <a:chOff x="7496" y="2799"/>
            <a:chExt cx="4208" cy="5252"/>
          </a:xfrm>
        </p:grpSpPr>
        <p:cxnSp>
          <p:nvCxnSpPr>
            <p:cNvPr id="11" name="Straight Connector 10"/>
            <p:cNvCxnSpPr>
              <a:stCxn id="6" idx="5"/>
            </p:cNvCxnSpPr>
            <p:nvPr/>
          </p:nvCxnSpPr>
          <p:spPr>
            <a:xfrm flipH="1">
              <a:off x="11324" y="4939"/>
              <a:ext cx="380" cy="3112"/>
            </a:xfrm>
            <a:prstGeom prst="line">
              <a:avLst/>
            </a:prstGeom>
            <a:ln>
              <a:solidFill>
                <a:srgbClr val="FDD017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5" idx="0"/>
              <a:endCxn id="6" idx="5"/>
            </p:cNvCxnSpPr>
            <p:nvPr/>
          </p:nvCxnSpPr>
          <p:spPr>
            <a:xfrm>
              <a:off x="9600" y="2799"/>
              <a:ext cx="2104" cy="2140"/>
            </a:xfrm>
            <a:prstGeom prst="line">
              <a:avLst/>
            </a:prstGeom>
            <a:ln>
              <a:solidFill>
                <a:srgbClr val="FDD017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6" idx="2"/>
              <a:endCxn id="5" idx="4"/>
            </p:cNvCxnSpPr>
            <p:nvPr/>
          </p:nvCxnSpPr>
          <p:spPr>
            <a:xfrm>
              <a:off x="8300" y="7350"/>
              <a:ext cx="3033" cy="651"/>
            </a:xfrm>
            <a:prstGeom prst="line">
              <a:avLst/>
            </a:prstGeom>
            <a:ln>
              <a:solidFill>
                <a:srgbClr val="FDD017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stCxn id="6" idx="1"/>
              <a:endCxn id="6" idx="2"/>
            </p:cNvCxnSpPr>
            <p:nvPr/>
          </p:nvCxnSpPr>
          <p:spPr>
            <a:xfrm>
              <a:off x="7496" y="4939"/>
              <a:ext cx="804" cy="2411"/>
            </a:xfrm>
            <a:prstGeom prst="line">
              <a:avLst/>
            </a:prstGeom>
            <a:ln>
              <a:solidFill>
                <a:srgbClr val="FDD017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6" idx="1"/>
              <a:endCxn id="5" idx="0"/>
            </p:cNvCxnSpPr>
            <p:nvPr/>
          </p:nvCxnSpPr>
          <p:spPr>
            <a:xfrm flipV="1">
              <a:off x="7496" y="2799"/>
              <a:ext cx="2104" cy="2140"/>
            </a:xfrm>
            <a:prstGeom prst="line">
              <a:avLst/>
            </a:prstGeom>
            <a:ln>
              <a:solidFill>
                <a:srgbClr val="FDD017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3869690" y="1364615"/>
            <a:ext cx="4452620" cy="4128770"/>
            <a:chOff x="6094" y="2149"/>
            <a:chExt cx="7012" cy="6502"/>
          </a:xfrm>
        </p:grpSpPr>
        <p:grpSp>
          <p:nvGrpSpPr>
            <p:cNvPr id="9" name="Group 8"/>
            <p:cNvGrpSpPr/>
            <p:nvPr/>
          </p:nvGrpSpPr>
          <p:grpSpPr>
            <a:xfrm>
              <a:off x="6094" y="2149"/>
              <a:ext cx="7012" cy="6502"/>
              <a:chOff x="6094" y="2149"/>
              <a:chExt cx="7012" cy="6502"/>
            </a:xfrm>
          </p:grpSpPr>
          <p:sp>
            <p:nvSpPr>
              <p:cNvPr id="4" name="Regular Pentagon 3"/>
              <p:cNvSpPr/>
              <p:nvPr/>
            </p:nvSpPr>
            <p:spPr>
              <a:xfrm>
                <a:off x="6094" y="2149"/>
                <a:ext cx="7013" cy="6502"/>
              </a:xfrm>
              <a:prstGeom prst="pentagon">
                <a:avLst/>
              </a:prstGeom>
              <a:noFill/>
              <a:ln>
                <a:solidFill>
                  <a:srgbClr val="FFD7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2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gular Pentagon 4"/>
              <p:cNvSpPr>
                <a:spLocks noChangeAspect="1"/>
              </p:cNvSpPr>
              <p:nvPr/>
            </p:nvSpPr>
            <p:spPr>
              <a:xfrm>
                <a:off x="6795" y="2799"/>
                <a:ext cx="5610" cy="5202"/>
              </a:xfrm>
              <a:prstGeom prst="pentagon">
                <a:avLst/>
              </a:prstGeom>
              <a:noFill/>
              <a:ln>
                <a:solidFill>
                  <a:srgbClr val="FFD7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2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gular Pentagon 5"/>
              <p:cNvSpPr>
                <a:spLocks noChangeAspect="1"/>
              </p:cNvSpPr>
              <p:nvPr/>
            </p:nvSpPr>
            <p:spPr>
              <a:xfrm>
                <a:off x="7496" y="3449"/>
                <a:ext cx="4208" cy="3901"/>
              </a:xfrm>
              <a:prstGeom prst="pentagon">
                <a:avLst/>
              </a:prstGeom>
              <a:noFill/>
              <a:ln>
                <a:solidFill>
                  <a:srgbClr val="FFD7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2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gular Pentagon 6"/>
              <p:cNvSpPr>
                <a:spLocks noChangeAspect="1"/>
              </p:cNvSpPr>
              <p:nvPr/>
            </p:nvSpPr>
            <p:spPr>
              <a:xfrm>
                <a:off x="8197" y="4100"/>
                <a:ext cx="2805" cy="2601"/>
              </a:xfrm>
              <a:prstGeom prst="pentagon">
                <a:avLst/>
              </a:prstGeom>
              <a:noFill/>
              <a:ln>
                <a:solidFill>
                  <a:srgbClr val="FFD7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2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gular Pentagon 7"/>
              <p:cNvSpPr>
                <a:spLocks noChangeAspect="1"/>
              </p:cNvSpPr>
              <p:nvPr/>
            </p:nvSpPr>
            <p:spPr>
              <a:xfrm>
                <a:off x="8899" y="4750"/>
                <a:ext cx="1403" cy="1300"/>
              </a:xfrm>
              <a:prstGeom prst="pentagon">
                <a:avLst/>
              </a:prstGeom>
              <a:noFill/>
              <a:ln>
                <a:solidFill>
                  <a:srgbClr val="FFD7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2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sp>
          <p:nvSpPr>
            <p:cNvPr id="25" name="Freeform 24"/>
            <p:cNvSpPr/>
            <p:nvPr/>
          </p:nvSpPr>
          <p:spPr>
            <a:xfrm>
              <a:off x="7504" y="2789"/>
              <a:ext cx="4200" cy="5223"/>
            </a:xfrm>
            <a:custGeom>
              <a:avLst/>
              <a:gdLst>
                <a:gd name="connsiteX0" fmla="*/ 0 w 4200"/>
                <a:gd name="connsiteY0" fmla="*/ 2151 h 5223"/>
                <a:gd name="connsiteX1" fmla="*/ 2118 w 4200"/>
                <a:gd name="connsiteY1" fmla="*/ 0 h 5223"/>
                <a:gd name="connsiteX2" fmla="*/ 3168 w 4200"/>
                <a:gd name="connsiteY2" fmla="*/ 1083 h 5223"/>
                <a:gd name="connsiteX3" fmla="*/ 4200 w 4200"/>
                <a:gd name="connsiteY3" fmla="*/ 2151 h 5223"/>
                <a:gd name="connsiteX4" fmla="*/ 3804 w 4200"/>
                <a:gd name="connsiteY4" fmla="*/ 5223 h 5223"/>
                <a:gd name="connsiteX5" fmla="*/ 780 w 4200"/>
                <a:gd name="connsiteY5" fmla="*/ 4539 h 5223"/>
                <a:gd name="connsiteX6" fmla="*/ 0 w 4200"/>
                <a:gd name="connsiteY6" fmla="*/ 2151 h 5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00" h="5223">
                  <a:moveTo>
                    <a:pt x="0" y="2151"/>
                  </a:moveTo>
                  <a:lnTo>
                    <a:pt x="2118" y="0"/>
                  </a:lnTo>
                  <a:lnTo>
                    <a:pt x="3168" y="1083"/>
                  </a:lnTo>
                  <a:lnTo>
                    <a:pt x="4200" y="2151"/>
                  </a:lnTo>
                  <a:lnTo>
                    <a:pt x="3804" y="5223"/>
                  </a:lnTo>
                  <a:lnTo>
                    <a:pt x="780" y="4539"/>
                  </a:lnTo>
                  <a:lnTo>
                    <a:pt x="0" y="2151"/>
                  </a:lnTo>
                  <a:close/>
                </a:path>
              </a:pathLst>
            </a:custGeom>
            <a:solidFill>
              <a:srgbClr val="FDD017">
                <a:alpha val="23000"/>
              </a:srgbClr>
            </a:solidFill>
            <a:ln>
              <a:solidFill>
                <a:srgbClr val="FFD7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2053590" y="566420"/>
            <a:ext cx="8084820" cy="5288280"/>
            <a:chOff x="3234" y="892"/>
            <a:chExt cx="12732" cy="8328"/>
          </a:xfrm>
        </p:grpSpPr>
        <p:grpSp>
          <p:nvGrpSpPr>
            <p:cNvPr id="28" name="Group 27"/>
            <p:cNvGrpSpPr/>
            <p:nvPr/>
          </p:nvGrpSpPr>
          <p:grpSpPr>
            <a:xfrm>
              <a:off x="3234" y="892"/>
              <a:ext cx="12732" cy="8329"/>
              <a:chOff x="3234" y="902"/>
              <a:chExt cx="12732" cy="8329"/>
            </a:xfrm>
          </p:grpSpPr>
          <p:sp>
            <p:nvSpPr>
              <p:cNvPr id="29" name="Text Box 28"/>
              <p:cNvSpPr txBox="1"/>
              <p:nvPr/>
            </p:nvSpPr>
            <p:spPr>
              <a:xfrm>
                <a:off x="4490" y="8651"/>
                <a:ext cx="286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IN" altLang="en-US" b="1">
                    <a:solidFill>
                      <a:schemeClr val="bg1"/>
                    </a:solidFill>
                    <a:latin typeface="Roboto" panose="02000000000000000000" charset="0"/>
                    <a:cs typeface="Roboto" panose="02000000000000000000" charset="0"/>
                  </a:rPr>
                  <a:t>Data Analysis</a:t>
                </a:r>
                <a:endParaRPr lang="en-IN" altLang="en-US" b="1">
                  <a:solidFill>
                    <a:schemeClr val="bg1"/>
                  </a:solidFill>
                  <a:latin typeface="Roboto" panose="02000000000000000000" charset="0"/>
                  <a:cs typeface="Roboto" panose="02000000000000000000" charset="0"/>
                </a:endParaRPr>
              </a:p>
            </p:txBody>
          </p:sp>
          <p:sp>
            <p:nvSpPr>
              <p:cNvPr id="30" name="Text Box 29"/>
              <p:cNvSpPr txBox="1"/>
              <p:nvPr/>
            </p:nvSpPr>
            <p:spPr>
              <a:xfrm>
                <a:off x="13106" y="3449"/>
                <a:ext cx="2860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IN" altLang="en-US" b="1">
                    <a:solidFill>
                      <a:schemeClr val="bg1"/>
                    </a:solidFill>
                    <a:latin typeface="Roboto" panose="02000000000000000000" charset="0"/>
                    <a:cs typeface="Roboto" panose="02000000000000000000" charset="0"/>
                  </a:rPr>
                  <a:t>Web Development</a:t>
                </a:r>
                <a:endParaRPr lang="en-IN" altLang="en-US" b="1">
                  <a:solidFill>
                    <a:schemeClr val="bg1"/>
                  </a:solidFill>
                  <a:latin typeface="Roboto" panose="02000000000000000000" charset="0"/>
                  <a:cs typeface="Roboto" panose="02000000000000000000" charset="0"/>
                </a:endParaRPr>
              </a:p>
            </p:txBody>
          </p:sp>
          <p:sp>
            <p:nvSpPr>
              <p:cNvPr id="31" name="Text Box 30"/>
              <p:cNvSpPr txBox="1"/>
              <p:nvPr/>
            </p:nvSpPr>
            <p:spPr>
              <a:xfrm>
                <a:off x="11813" y="8651"/>
                <a:ext cx="257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IN" altLang="en-US" b="1">
                    <a:solidFill>
                      <a:schemeClr val="bg1"/>
                    </a:solidFill>
                    <a:latin typeface="Roboto" panose="02000000000000000000" charset="0"/>
                    <a:cs typeface="Roboto" panose="02000000000000000000" charset="0"/>
                  </a:rPr>
                  <a:t>3D Design</a:t>
                </a:r>
                <a:endParaRPr lang="en-IN" altLang="en-US" b="1">
                  <a:solidFill>
                    <a:schemeClr val="bg1"/>
                  </a:solidFill>
                  <a:latin typeface="Roboto" panose="02000000000000000000" charset="0"/>
                  <a:cs typeface="Roboto" panose="02000000000000000000" charset="0"/>
                </a:endParaRPr>
              </a:p>
            </p:txBody>
          </p:sp>
          <p:sp>
            <p:nvSpPr>
              <p:cNvPr id="32" name="Text Box 31"/>
              <p:cNvSpPr txBox="1"/>
              <p:nvPr/>
            </p:nvSpPr>
            <p:spPr>
              <a:xfrm>
                <a:off x="8197" y="902"/>
                <a:ext cx="2860" cy="101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en-IN" altLang="en-US" b="1">
                    <a:solidFill>
                      <a:schemeClr val="bg1"/>
                    </a:solidFill>
                    <a:latin typeface="Roboto" panose="02000000000000000000" charset="0"/>
                    <a:cs typeface="Roboto" panose="02000000000000000000" charset="0"/>
                  </a:rPr>
                  <a:t>Machine Learning</a:t>
                </a:r>
                <a:endParaRPr lang="en-IN" altLang="en-US" b="1">
                  <a:solidFill>
                    <a:schemeClr val="bg1"/>
                  </a:solidFill>
                  <a:latin typeface="Roboto" panose="02000000000000000000" charset="0"/>
                  <a:cs typeface="Roboto" panose="02000000000000000000" charset="0"/>
                </a:endParaRPr>
              </a:p>
            </p:txBody>
          </p:sp>
          <p:sp>
            <p:nvSpPr>
              <p:cNvPr id="33" name="Text Box 32"/>
              <p:cNvSpPr txBox="1"/>
              <p:nvPr/>
            </p:nvSpPr>
            <p:spPr>
              <a:xfrm>
                <a:off x="3234" y="3905"/>
                <a:ext cx="286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IN" altLang="en-US" b="1">
                    <a:solidFill>
                      <a:schemeClr val="bg1"/>
                    </a:solidFill>
                    <a:latin typeface="Roboto" panose="02000000000000000000" charset="0"/>
                    <a:cs typeface="Roboto" panose="02000000000000000000" charset="0"/>
                  </a:rPr>
                  <a:t>Research</a:t>
                </a:r>
                <a:endParaRPr lang="en-IN" altLang="en-US" b="1">
                  <a:solidFill>
                    <a:schemeClr val="bg1"/>
                  </a:solidFill>
                  <a:latin typeface="Roboto" panose="02000000000000000000" charset="0"/>
                  <a:cs typeface="Roboto" panose="02000000000000000000" charset="0"/>
                </a:endParaRP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6094" y="2139"/>
              <a:ext cx="7012" cy="6502"/>
              <a:chOff x="6094" y="2149"/>
              <a:chExt cx="7012" cy="6502"/>
            </a:xfrm>
          </p:grpSpPr>
          <p:grpSp>
            <p:nvGrpSpPr>
              <p:cNvPr id="35" name="Group 34"/>
              <p:cNvGrpSpPr/>
              <p:nvPr/>
            </p:nvGrpSpPr>
            <p:grpSpPr>
              <a:xfrm>
                <a:off x="6094" y="2149"/>
                <a:ext cx="7012" cy="6502"/>
                <a:chOff x="6094" y="2149"/>
                <a:chExt cx="7012" cy="6502"/>
              </a:xfrm>
            </p:grpSpPr>
            <p:sp>
              <p:nvSpPr>
                <p:cNvPr id="36" name="Regular Pentagon 35"/>
                <p:cNvSpPr/>
                <p:nvPr/>
              </p:nvSpPr>
              <p:spPr>
                <a:xfrm>
                  <a:off x="6094" y="2149"/>
                  <a:ext cx="7013" cy="6502"/>
                </a:xfrm>
                <a:prstGeom prst="pentagon">
                  <a:avLst/>
                </a:prstGeom>
                <a:noFill/>
                <a:ln>
                  <a:solidFill>
                    <a:srgbClr val="FFD7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2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sp>
              <p:nvSpPr>
                <p:cNvPr id="37" name="Regular Pentagon 36"/>
                <p:cNvSpPr>
                  <a:spLocks noChangeAspect="1"/>
                </p:cNvSpPr>
                <p:nvPr/>
              </p:nvSpPr>
              <p:spPr>
                <a:xfrm>
                  <a:off x="6795" y="2799"/>
                  <a:ext cx="5610" cy="5202"/>
                </a:xfrm>
                <a:prstGeom prst="pentagon">
                  <a:avLst/>
                </a:prstGeom>
                <a:noFill/>
                <a:ln>
                  <a:solidFill>
                    <a:srgbClr val="FFD7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2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sp>
              <p:nvSpPr>
                <p:cNvPr id="38" name="Regular Pentagon 37"/>
                <p:cNvSpPr>
                  <a:spLocks noChangeAspect="1"/>
                </p:cNvSpPr>
                <p:nvPr/>
              </p:nvSpPr>
              <p:spPr>
                <a:xfrm>
                  <a:off x="7496" y="3449"/>
                  <a:ext cx="4208" cy="3901"/>
                </a:xfrm>
                <a:prstGeom prst="pentagon">
                  <a:avLst/>
                </a:prstGeom>
                <a:noFill/>
                <a:ln>
                  <a:solidFill>
                    <a:srgbClr val="FFD7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2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sp>
              <p:nvSpPr>
                <p:cNvPr id="39" name="Regular Pentagon 38"/>
                <p:cNvSpPr>
                  <a:spLocks noChangeAspect="1"/>
                </p:cNvSpPr>
                <p:nvPr/>
              </p:nvSpPr>
              <p:spPr>
                <a:xfrm>
                  <a:off x="8197" y="4100"/>
                  <a:ext cx="2805" cy="2601"/>
                </a:xfrm>
                <a:prstGeom prst="pentagon">
                  <a:avLst/>
                </a:prstGeom>
                <a:noFill/>
                <a:ln>
                  <a:solidFill>
                    <a:srgbClr val="FFD7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2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sp>
              <p:nvSpPr>
                <p:cNvPr id="40" name="Regular Pentagon 39"/>
                <p:cNvSpPr>
                  <a:spLocks noChangeAspect="1"/>
                </p:cNvSpPr>
                <p:nvPr/>
              </p:nvSpPr>
              <p:spPr>
                <a:xfrm>
                  <a:off x="8899" y="4750"/>
                  <a:ext cx="1403" cy="1300"/>
                </a:xfrm>
                <a:prstGeom prst="pentagon">
                  <a:avLst/>
                </a:prstGeom>
                <a:noFill/>
                <a:ln>
                  <a:solidFill>
                    <a:srgbClr val="FFD7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2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</p:grpSp>
          <p:sp>
            <p:nvSpPr>
              <p:cNvPr id="41" name="Freeform 40"/>
              <p:cNvSpPr/>
              <p:nvPr/>
            </p:nvSpPr>
            <p:spPr>
              <a:xfrm>
                <a:off x="7504" y="2789"/>
                <a:ext cx="4200" cy="5223"/>
              </a:xfrm>
              <a:custGeom>
                <a:avLst/>
                <a:gdLst>
                  <a:gd name="connsiteX0" fmla="*/ 0 w 4200"/>
                  <a:gd name="connsiteY0" fmla="*/ 2151 h 5223"/>
                  <a:gd name="connsiteX1" fmla="*/ 2118 w 4200"/>
                  <a:gd name="connsiteY1" fmla="*/ 0 h 5223"/>
                  <a:gd name="connsiteX2" fmla="*/ 3168 w 4200"/>
                  <a:gd name="connsiteY2" fmla="*/ 1083 h 5223"/>
                  <a:gd name="connsiteX3" fmla="*/ 4200 w 4200"/>
                  <a:gd name="connsiteY3" fmla="*/ 2151 h 5223"/>
                  <a:gd name="connsiteX4" fmla="*/ 3804 w 4200"/>
                  <a:gd name="connsiteY4" fmla="*/ 5223 h 5223"/>
                  <a:gd name="connsiteX5" fmla="*/ 780 w 4200"/>
                  <a:gd name="connsiteY5" fmla="*/ 4539 h 5223"/>
                  <a:gd name="connsiteX6" fmla="*/ 0 w 4200"/>
                  <a:gd name="connsiteY6" fmla="*/ 2151 h 5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00" h="5223">
                    <a:moveTo>
                      <a:pt x="0" y="2151"/>
                    </a:moveTo>
                    <a:lnTo>
                      <a:pt x="2118" y="0"/>
                    </a:lnTo>
                    <a:lnTo>
                      <a:pt x="3168" y="1083"/>
                    </a:lnTo>
                    <a:lnTo>
                      <a:pt x="4200" y="2151"/>
                    </a:lnTo>
                    <a:lnTo>
                      <a:pt x="3804" y="5223"/>
                    </a:lnTo>
                    <a:lnTo>
                      <a:pt x="780" y="4539"/>
                    </a:lnTo>
                    <a:lnTo>
                      <a:pt x="0" y="2151"/>
                    </a:lnTo>
                    <a:close/>
                  </a:path>
                </a:pathLst>
              </a:custGeom>
              <a:solidFill>
                <a:srgbClr val="FDD017">
                  <a:alpha val="23000"/>
                </a:srgbClr>
              </a:solidFill>
              <a:ln>
                <a:solidFill>
                  <a:srgbClr val="FFD7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85085" y="983615"/>
            <a:ext cx="7461250" cy="4878070"/>
            <a:chOff x="4071" y="1549"/>
            <a:chExt cx="11750" cy="7682"/>
          </a:xfrm>
        </p:grpSpPr>
        <p:cxnSp>
          <p:nvCxnSpPr>
            <p:cNvPr id="20" name="Straight Connector 19"/>
            <p:cNvCxnSpPr>
              <a:stCxn id="6" idx="1"/>
              <a:endCxn id="6" idx="2"/>
            </p:cNvCxnSpPr>
            <p:nvPr/>
          </p:nvCxnSpPr>
          <p:spPr>
            <a:xfrm>
              <a:off x="7496" y="4939"/>
              <a:ext cx="804" cy="2411"/>
            </a:xfrm>
            <a:prstGeom prst="line">
              <a:avLst/>
            </a:prstGeom>
            <a:ln>
              <a:solidFill>
                <a:srgbClr val="FDD017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 rot="0">
              <a:off x="6094" y="2149"/>
              <a:ext cx="7012" cy="6502"/>
              <a:chOff x="6094" y="2149"/>
              <a:chExt cx="7012" cy="6502"/>
            </a:xfrm>
          </p:grpSpPr>
          <p:sp>
            <p:nvSpPr>
              <p:cNvPr id="4" name="Regular Pentagon 3"/>
              <p:cNvSpPr/>
              <p:nvPr/>
            </p:nvSpPr>
            <p:spPr>
              <a:xfrm>
                <a:off x="6094" y="2149"/>
                <a:ext cx="7013" cy="6502"/>
              </a:xfrm>
              <a:prstGeom prst="pentagon">
                <a:avLst/>
              </a:prstGeom>
              <a:noFill/>
              <a:ln>
                <a:solidFill>
                  <a:srgbClr val="FFD7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2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" name="Regular Pentagon 4"/>
              <p:cNvSpPr>
                <a:spLocks noChangeAspect="1"/>
              </p:cNvSpPr>
              <p:nvPr/>
            </p:nvSpPr>
            <p:spPr>
              <a:xfrm>
                <a:off x="6795" y="2799"/>
                <a:ext cx="5610" cy="5202"/>
              </a:xfrm>
              <a:prstGeom prst="pentagon">
                <a:avLst/>
              </a:prstGeom>
              <a:noFill/>
              <a:ln>
                <a:solidFill>
                  <a:srgbClr val="FFD7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2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gular Pentagon 5"/>
              <p:cNvSpPr>
                <a:spLocks noChangeAspect="1"/>
              </p:cNvSpPr>
              <p:nvPr/>
            </p:nvSpPr>
            <p:spPr>
              <a:xfrm>
                <a:off x="7496" y="3449"/>
                <a:ext cx="4208" cy="3901"/>
              </a:xfrm>
              <a:prstGeom prst="pentagon">
                <a:avLst/>
              </a:prstGeom>
              <a:noFill/>
              <a:ln>
                <a:solidFill>
                  <a:srgbClr val="FFD7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2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gular Pentagon 6"/>
              <p:cNvSpPr>
                <a:spLocks noChangeAspect="1"/>
              </p:cNvSpPr>
              <p:nvPr/>
            </p:nvSpPr>
            <p:spPr>
              <a:xfrm>
                <a:off x="8197" y="4100"/>
                <a:ext cx="2805" cy="2601"/>
              </a:xfrm>
              <a:prstGeom prst="pentagon">
                <a:avLst/>
              </a:prstGeom>
              <a:noFill/>
              <a:ln>
                <a:solidFill>
                  <a:srgbClr val="FFD7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2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Regular Pentagon 7"/>
              <p:cNvSpPr>
                <a:spLocks noChangeAspect="1"/>
              </p:cNvSpPr>
              <p:nvPr/>
            </p:nvSpPr>
            <p:spPr>
              <a:xfrm>
                <a:off x="8899" y="4750"/>
                <a:ext cx="1403" cy="1300"/>
              </a:xfrm>
              <a:prstGeom prst="pentagon">
                <a:avLst/>
              </a:prstGeom>
              <a:noFill/>
              <a:ln>
                <a:solidFill>
                  <a:srgbClr val="FFD7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2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071" y="1549"/>
              <a:ext cx="11751" cy="7682"/>
              <a:chOff x="4071" y="1549"/>
              <a:chExt cx="11751" cy="7682"/>
            </a:xfrm>
          </p:grpSpPr>
          <p:sp>
            <p:nvSpPr>
              <p:cNvPr id="41" name="Freeform 40"/>
              <p:cNvSpPr/>
              <p:nvPr/>
            </p:nvSpPr>
            <p:spPr>
              <a:xfrm>
                <a:off x="6796" y="2803"/>
                <a:ext cx="5605" cy="5198"/>
              </a:xfrm>
              <a:custGeom>
                <a:avLst/>
                <a:gdLst>
                  <a:gd name="connsiteX0" fmla="*/ 0 w 5605"/>
                  <a:gd name="connsiteY0" fmla="*/ 1979 h 5198"/>
                  <a:gd name="connsiteX1" fmla="*/ 2809 w 5605"/>
                  <a:gd name="connsiteY1" fmla="*/ 0 h 5198"/>
                  <a:gd name="connsiteX2" fmla="*/ 4098 w 5605"/>
                  <a:gd name="connsiteY2" fmla="*/ 905 h 5198"/>
                  <a:gd name="connsiteX3" fmla="*/ 5605 w 5605"/>
                  <a:gd name="connsiteY3" fmla="*/ 1951 h 5198"/>
                  <a:gd name="connsiteX4" fmla="*/ 4550 w 5605"/>
                  <a:gd name="connsiteY4" fmla="*/ 5198 h 5198"/>
                  <a:gd name="connsiteX5" fmla="*/ 1499 w 5605"/>
                  <a:gd name="connsiteY5" fmla="*/ 4553 h 5198"/>
                  <a:gd name="connsiteX6" fmla="*/ 0 w 5605"/>
                  <a:gd name="connsiteY6" fmla="*/ 1979 h 5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605" h="5198">
                    <a:moveTo>
                      <a:pt x="0" y="1979"/>
                    </a:moveTo>
                    <a:lnTo>
                      <a:pt x="2809" y="0"/>
                    </a:lnTo>
                    <a:lnTo>
                      <a:pt x="4098" y="905"/>
                    </a:lnTo>
                    <a:lnTo>
                      <a:pt x="5605" y="1951"/>
                    </a:lnTo>
                    <a:lnTo>
                      <a:pt x="4550" y="5198"/>
                    </a:lnTo>
                    <a:lnTo>
                      <a:pt x="1499" y="4553"/>
                    </a:lnTo>
                    <a:lnTo>
                      <a:pt x="0" y="1979"/>
                    </a:lnTo>
                    <a:close/>
                  </a:path>
                </a:pathLst>
              </a:custGeom>
              <a:solidFill>
                <a:srgbClr val="FDD017">
                  <a:alpha val="23000"/>
                </a:srgbClr>
              </a:solidFill>
              <a:ln>
                <a:solidFill>
                  <a:srgbClr val="FFD7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grpSp>
            <p:nvGrpSpPr>
              <p:cNvPr id="3" name="Group 2"/>
              <p:cNvGrpSpPr/>
              <p:nvPr/>
            </p:nvGrpSpPr>
            <p:grpSpPr>
              <a:xfrm>
                <a:off x="4071" y="1549"/>
                <a:ext cx="11751" cy="7682"/>
                <a:chOff x="4071" y="1549"/>
                <a:chExt cx="11751" cy="7682"/>
              </a:xfrm>
            </p:grpSpPr>
            <p:sp>
              <p:nvSpPr>
                <p:cNvPr id="14" name="Text Box 13"/>
                <p:cNvSpPr txBox="1"/>
                <p:nvPr/>
              </p:nvSpPr>
              <p:spPr>
                <a:xfrm>
                  <a:off x="13114" y="4100"/>
                  <a:ext cx="2708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IN" altLang="en-US" b="1">
                      <a:solidFill>
                        <a:schemeClr val="bg1"/>
                      </a:solidFill>
                      <a:latin typeface="Roboto" panose="02000000000000000000" charset="0"/>
                      <a:cs typeface="Roboto" panose="02000000000000000000" charset="0"/>
                    </a:rPr>
                    <a:t>Tableau 2023</a:t>
                  </a:r>
                  <a:endParaRPr lang="en-IN" altLang="en-US" b="1">
                    <a:solidFill>
                      <a:schemeClr val="bg1"/>
                    </a:solidFill>
                    <a:latin typeface="Roboto" panose="02000000000000000000" charset="0"/>
                    <a:cs typeface="Roboto" panose="02000000000000000000" charset="0"/>
                  </a:endParaRPr>
                </a:p>
              </p:txBody>
            </p:sp>
            <p:sp>
              <p:nvSpPr>
                <p:cNvPr id="15" name="Text Box 14"/>
                <p:cNvSpPr txBox="1"/>
                <p:nvPr/>
              </p:nvSpPr>
              <p:spPr>
                <a:xfrm>
                  <a:off x="11704" y="8641"/>
                  <a:ext cx="3272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IN" altLang="en-US" b="1">
                      <a:solidFill>
                        <a:schemeClr val="bg1"/>
                      </a:solidFill>
                      <a:latin typeface="Roboto" panose="02000000000000000000" charset="0"/>
                      <a:cs typeface="Roboto" panose="02000000000000000000" charset="0"/>
                    </a:rPr>
                    <a:t>Solidworks 2021</a:t>
                  </a:r>
                  <a:endParaRPr lang="en-IN" altLang="en-US" b="1">
                    <a:solidFill>
                      <a:schemeClr val="bg1"/>
                    </a:solidFill>
                    <a:latin typeface="Roboto" panose="02000000000000000000" charset="0"/>
                    <a:cs typeface="Roboto" panose="02000000000000000000" charset="0"/>
                  </a:endParaRPr>
                </a:p>
              </p:txBody>
            </p:sp>
            <p:sp>
              <p:nvSpPr>
                <p:cNvPr id="16" name="Text Box 15"/>
                <p:cNvSpPr txBox="1"/>
                <p:nvPr/>
              </p:nvSpPr>
              <p:spPr>
                <a:xfrm>
                  <a:off x="8469" y="1549"/>
                  <a:ext cx="2260" cy="58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spAutoFit/>
                </a:bodyPr>
                <a:p>
                  <a:pPr algn="ctr"/>
                  <a:r>
                    <a:rPr lang="en-IN" altLang="en-US" b="1">
                      <a:solidFill>
                        <a:schemeClr val="bg1"/>
                      </a:solidFill>
                      <a:latin typeface="Roboto" panose="02000000000000000000" charset="0"/>
                      <a:cs typeface="Roboto" panose="02000000000000000000" charset="0"/>
                    </a:rPr>
                    <a:t>Pycharm</a:t>
                  </a:r>
                  <a:endParaRPr lang="en-IN" altLang="en-US" b="1">
                    <a:solidFill>
                      <a:schemeClr val="bg1"/>
                    </a:solidFill>
                    <a:latin typeface="Roboto" panose="02000000000000000000" charset="0"/>
                    <a:cs typeface="Roboto" panose="02000000000000000000" charset="0"/>
                  </a:endParaRPr>
                </a:p>
              </p:txBody>
            </p:sp>
            <p:sp>
              <p:nvSpPr>
                <p:cNvPr id="17" name="Text Box 16"/>
                <p:cNvSpPr txBox="1"/>
                <p:nvPr/>
              </p:nvSpPr>
              <p:spPr>
                <a:xfrm>
                  <a:off x="4071" y="3905"/>
                  <a:ext cx="2023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IN" altLang="en-US" b="1">
                      <a:solidFill>
                        <a:schemeClr val="bg1"/>
                      </a:solidFill>
                      <a:latin typeface="Roboto" panose="02000000000000000000" charset="0"/>
                      <a:cs typeface="Roboto" panose="02000000000000000000" charset="0"/>
                      <a:sym typeface="+mn-ea"/>
                    </a:rPr>
                    <a:t>MS Office</a:t>
                  </a:r>
                  <a:endParaRPr lang="en-IN" altLang="en-US" b="1">
                    <a:solidFill>
                      <a:schemeClr val="bg1"/>
                    </a:solidFill>
                    <a:latin typeface="Roboto" panose="02000000000000000000" charset="0"/>
                    <a:cs typeface="Roboto" panose="02000000000000000000" charset="0"/>
                  </a:endParaRPr>
                </a:p>
              </p:txBody>
            </p:sp>
            <p:grpSp>
              <p:nvGrpSpPr>
                <p:cNvPr id="35" name="Group 34"/>
                <p:cNvGrpSpPr/>
                <p:nvPr/>
              </p:nvGrpSpPr>
              <p:grpSpPr>
                <a:xfrm rot="0">
                  <a:off x="6094" y="2139"/>
                  <a:ext cx="7012" cy="6502"/>
                  <a:chOff x="6094" y="2149"/>
                  <a:chExt cx="7012" cy="6502"/>
                </a:xfrm>
              </p:grpSpPr>
              <p:sp>
                <p:nvSpPr>
                  <p:cNvPr id="36" name="Regular Pentagon 35"/>
                  <p:cNvSpPr/>
                  <p:nvPr/>
                </p:nvSpPr>
                <p:spPr>
                  <a:xfrm>
                    <a:off x="6094" y="2149"/>
                    <a:ext cx="7013" cy="6502"/>
                  </a:xfrm>
                  <a:prstGeom prst="pentagon">
                    <a:avLst/>
                  </a:prstGeom>
                  <a:noFill/>
                  <a:ln>
                    <a:solidFill>
                      <a:srgbClr val="FFD700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2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37" name="Regular Pentagon 36"/>
                  <p:cNvSpPr>
                    <a:spLocks noChangeAspect="1"/>
                  </p:cNvSpPr>
                  <p:nvPr/>
                </p:nvSpPr>
                <p:spPr>
                  <a:xfrm>
                    <a:off x="6795" y="2799"/>
                    <a:ext cx="5610" cy="5202"/>
                  </a:xfrm>
                  <a:prstGeom prst="pentagon">
                    <a:avLst/>
                  </a:prstGeom>
                  <a:noFill/>
                  <a:ln>
                    <a:solidFill>
                      <a:srgbClr val="FFD700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2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38" name="Regular Pentagon 37"/>
                  <p:cNvSpPr>
                    <a:spLocks noChangeAspect="1"/>
                  </p:cNvSpPr>
                  <p:nvPr/>
                </p:nvSpPr>
                <p:spPr>
                  <a:xfrm>
                    <a:off x="7496" y="3449"/>
                    <a:ext cx="4208" cy="3901"/>
                  </a:xfrm>
                  <a:prstGeom prst="pentagon">
                    <a:avLst/>
                  </a:prstGeom>
                  <a:noFill/>
                  <a:ln>
                    <a:solidFill>
                      <a:srgbClr val="FFD700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2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39" name="Regular Pentagon 38"/>
                  <p:cNvSpPr>
                    <a:spLocks noChangeAspect="1"/>
                  </p:cNvSpPr>
                  <p:nvPr/>
                </p:nvSpPr>
                <p:spPr>
                  <a:xfrm>
                    <a:off x="8197" y="4100"/>
                    <a:ext cx="2805" cy="2601"/>
                  </a:xfrm>
                  <a:prstGeom prst="pentagon">
                    <a:avLst/>
                  </a:prstGeom>
                  <a:noFill/>
                  <a:ln>
                    <a:solidFill>
                      <a:srgbClr val="FFD700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2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40" name="Regular Pentagon 39"/>
                  <p:cNvSpPr>
                    <a:spLocks noChangeAspect="1"/>
                  </p:cNvSpPr>
                  <p:nvPr/>
                </p:nvSpPr>
                <p:spPr>
                  <a:xfrm>
                    <a:off x="8899" y="4750"/>
                    <a:ext cx="1403" cy="1300"/>
                  </a:xfrm>
                  <a:prstGeom prst="pentagon">
                    <a:avLst/>
                  </a:prstGeom>
                  <a:noFill/>
                  <a:ln>
                    <a:solidFill>
                      <a:srgbClr val="FFD700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2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" name="Text Box 1"/>
                <p:cNvSpPr txBox="1"/>
                <p:nvPr/>
              </p:nvSpPr>
              <p:spPr>
                <a:xfrm>
                  <a:off x="5443" y="8651"/>
                  <a:ext cx="2061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IN" altLang="en-US" b="1">
                      <a:solidFill>
                        <a:schemeClr val="bg1"/>
                      </a:solidFill>
                      <a:latin typeface="Roboto" panose="02000000000000000000" charset="0"/>
                      <a:cs typeface="Roboto" panose="02000000000000000000" charset="0"/>
                    </a:rPr>
                    <a:t>Blender </a:t>
                  </a:r>
                  <a:endParaRPr lang="en-IN" altLang="en-US" b="1">
                    <a:solidFill>
                      <a:schemeClr val="bg1"/>
                    </a:solidFill>
                    <a:latin typeface="Roboto" panose="02000000000000000000" charset="0"/>
                    <a:cs typeface="Roboto" panose="02000000000000000000" charset="0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WPS Presentation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Roboto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ankit</cp:lastModifiedBy>
  <cp:revision>1</cp:revision>
  <dcterms:created xsi:type="dcterms:W3CDTF">2024-04-12T21:47:46Z</dcterms:created>
  <dcterms:modified xsi:type="dcterms:W3CDTF">2024-04-12T21:47:46Z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A5D73A3DE87B411D8F635D456EAE230D_11</vt:lpwstr>
  </property>
  <property fmtid="{D5CDD505-2E9C-101B-9397-08002B2CF9AE}" pid="3" name="KSOProductBuildVer">
    <vt:lpwstr>1033-12.2.0.13489</vt:lpwstr>
  </property>
</Properties>
</file>